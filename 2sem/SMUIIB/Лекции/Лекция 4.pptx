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7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42"/>
    <p:restoredTop sz="96405"/>
  </p:normalViewPr>
  <p:slideViewPr>
    <p:cSldViewPr snapToGrid="0" snapToObjects="1">
      <p:cViewPr varScale="1">
        <p:scale>
          <a:sx n="58" d="100"/>
          <a:sy n="58" d="100"/>
        </p:scale>
        <p:origin x="1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90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72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7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09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26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85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3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3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26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84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74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709C4-275D-4945-9F69-EE5B6789626F}" type="datetimeFigureOut">
              <a:rPr lang="ru-RU" smtClean="0"/>
              <a:t>03.03.2025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53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42F06E3-0D9F-EA45-9280-0CBFA80D44E3}"/>
              </a:ext>
            </a:extLst>
          </p:cNvPr>
          <p:cNvSpPr txBox="1">
            <a:spLocks/>
          </p:cNvSpPr>
          <p:nvPr/>
        </p:nvSpPr>
        <p:spPr>
          <a:xfrm>
            <a:off x="628650" y="1070641"/>
            <a:ext cx="7886700" cy="28387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мониторинга и управления инцидентами информационной безопасности</a:t>
            </a:r>
            <a:r>
              <a:rPr lang="ru-RU" sz="6000" dirty="0">
                <a:effectLst/>
              </a:rPr>
              <a:t> </a:t>
            </a:r>
            <a:endParaRPr lang="ru-RU" sz="6000" dirty="0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B445934B-1834-C044-94F7-A43917EA8140}"/>
              </a:ext>
            </a:extLst>
          </p:cNvPr>
          <p:cNvSpPr txBox="1">
            <a:spLocks/>
          </p:cNvSpPr>
          <p:nvPr/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к.т.н. </a:t>
            </a:r>
            <a:r>
              <a:rPr lang="ru-RU" dirty="0" err="1"/>
              <a:t>Урасков</a:t>
            </a:r>
            <a:r>
              <a:rPr lang="ru-RU" dirty="0"/>
              <a:t> Юрий Леонидович</a:t>
            </a:r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4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A1650597-734D-874D-BB59-2D0F032B12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714" y="2162199"/>
            <a:ext cx="8346571" cy="211164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Анализ и состояние рынка SIEM-систем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E3A38E90-03B7-DE47-9122-D1B9DB6962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67895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Лекция 4</a:t>
            </a:r>
          </a:p>
        </p:txBody>
      </p:sp>
    </p:spTree>
    <p:extLst>
      <p:ext uri="{BB962C8B-B14F-4D97-AF65-F5344CB8AC3E}">
        <p14:creationId xmlns:p14="http://schemas.microsoft.com/office/powerpoint/2010/main" val="352437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3263052" y="1033015"/>
            <a:ext cx="2971711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>
              <a:lnSpc>
                <a:spcPct val="150000"/>
              </a:lnSpc>
            </a:pPr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Происхождение SIEM 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A178D-E9EF-3348-66D1-FD8A8DBC0B35}"/>
              </a:ext>
            </a:extLst>
          </p:cNvPr>
          <p:cNvSpPr txBox="1"/>
          <p:nvPr/>
        </p:nvSpPr>
        <p:spPr>
          <a:xfrm>
            <a:off x="292487" y="1572980"/>
            <a:ext cx="87077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SIEM-системы</a:t>
            </a:r>
            <a:r>
              <a:rPr lang="ru-RU" sz="20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как и многие другие продукты появились в результате эволюционного развития и последующего слияния систем SEM и SIM. 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2000" dirty="0">
              <a:solidFill>
                <a:srgbClr val="2A2A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 (Security Event Management) </a:t>
            </a:r>
            <a:r>
              <a:rPr lang="ru-RU" sz="20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системы действуют в режиме приближённом к реальному времени. Для этого им требуется: автоматический мониторинг событий, их сбор, корреляция, генерация предупреждающих сообщений. 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solidFill>
                <a:srgbClr val="2A2A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SIM (Security Information Management) </a:t>
            </a:r>
            <a:r>
              <a:rPr lang="ru-RU" sz="20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системы, в свою очередь, анализируют накопленную информацию со стороны статистики, различных отклонений от «нормального поведения» и т.д.  Когда же возможности SIM и SEM объединяются в рамках одного продукта, говорят о SIEM-системах. Исходя из этого, можно дать «литературный» перевод аббревиатуры SIEM – система сбора и корреляции событий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2486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22468-7AD6-E718-5209-B1736744A3AC}"/>
              </a:ext>
            </a:extLst>
          </p:cNvPr>
          <p:cNvSpPr txBox="1"/>
          <p:nvPr/>
        </p:nvSpPr>
        <p:spPr>
          <a:xfrm>
            <a:off x="2271320" y="920204"/>
            <a:ext cx="559965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 работы SIEM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38F2A-A7D8-D303-3A2B-1868D3683DEE}"/>
              </a:ext>
            </a:extLst>
          </p:cNvPr>
          <p:cNvSpPr txBox="1"/>
          <p:nvPr/>
        </p:nvSpPr>
        <p:spPr>
          <a:xfrm>
            <a:off x="283379" y="1399138"/>
            <a:ext cx="8644311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собирает информацию, анализирует «на лету» (и генерирует предупреждающее сообщение), складывает в базы данных, анализирует поведение на основании предыдущих наблюдений (и генерирует предупреждающее сообщение). 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endParaRPr lang="ru-RU" sz="1800" dirty="0">
              <a:solidFill>
                <a:srgbClr val="2A2A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практике схема реализуется с помощью соответствующих компонентов: 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Агенты (сбор данных из различных источников);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Серверы-коллекторы (аккумуляция информации, поступившей от агентов);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Сервер баз данных (хранение информации);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Сервер корреляции (анализ информации).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17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2775899" y="877704"/>
            <a:ext cx="3592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/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рынка </a:t>
            </a:r>
            <a:r>
              <a:rPr lang="en-US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SIEM</a:t>
            </a:r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-систем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AFBB98-EA67-0188-7212-8682EDF5C6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486" y="1258427"/>
            <a:ext cx="5234305" cy="543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0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2639754" y="982093"/>
            <a:ext cx="42487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0215"/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Альтернатива SIEM-системам </a:t>
            </a: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F20E7-8A1C-AEBC-D5DD-775117F720EA}"/>
              </a:ext>
            </a:extLst>
          </p:cNvPr>
          <p:cNvSpPr txBox="1"/>
          <p:nvPr/>
        </p:nvSpPr>
        <p:spPr>
          <a:xfrm>
            <a:off x="593520" y="1797478"/>
            <a:ext cx="5599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Платформы сбора и анализа событий.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63A5F-F254-237D-9E84-C910A2C68E34}"/>
              </a:ext>
            </a:extLst>
          </p:cNvPr>
          <p:cNvSpPr txBox="1"/>
          <p:nvPr/>
        </p:nvSpPr>
        <p:spPr>
          <a:xfrm>
            <a:off x="593519" y="2425284"/>
            <a:ext cx="79218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Платформы для расширенного обнаружения и устранения угроз (XDR)</a:t>
            </a:r>
            <a:endParaRPr lang="en-GB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AE4BA1-46AE-6CDA-DB91-E8D5664F9A1C}"/>
              </a:ext>
            </a:extLst>
          </p:cNvPr>
          <p:cNvSpPr txBox="1"/>
          <p:nvPr/>
        </p:nvSpPr>
        <p:spPr>
          <a:xfrm>
            <a:off x="593519" y="3053091"/>
            <a:ext cx="55996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Управляемые службы обнаружения и реагирования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107455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605</TotalTime>
  <Words>289</Words>
  <Application>Microsoft Office PowerPoint</Application>
  <PresentationFormat>Экран (4:3)</PresentationFormat>
  <Paragraphs>41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PT Sans</vt:lpstr>
      <vt:lpstr>Symbol</vt:lpstr>
      <vt:lpstr>Times New Roman</vt:lpstr>
      <vt:lpstr>Тема Office</vt:lpstr>
      <vt:lpstr>Презентация PowerPoint</vt:lpstr>
      <vt:lpstr>Анализ и состояние рынка SIEM-систем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1</cp:lastModifiedBy>
  <cp:revision>21</cp:revision>
  <dcterms:created xsi:type="dcterms:W3CDTF">2020-09-01T07:45:21Z</dcterms:created>
  <dcterms:modified xsi:type="dcterms:W3CDTF">2025-03-03T20:11:52Z</dcterms:modified>
</cp:coreProperties>
</file>