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68" r:id="rId5"/>
    <p:sldId id="269" r:id="rId6"/>
    <p:sldId id="271" r:id="rId7"/>
    <p:sldId id="27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2"/>
    <p:restoredTop sz="96405"/>
  </p:normalViewPr>
  <p:slideViewPr>
    <p:cSldViewPr snapToGrid="0" snapToObjects="1">
      <p:cViewPr varScale="1">
        <p:scale>
          <a:sx n="113" d="100"/>
          <a:sy n="113" d="100"/>
        </p:scale>
        <p:origin x="11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909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72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7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09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26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85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3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3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26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84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74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53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42F06E3-0D9F-EA45-9280-0CBFA80D44E3}"/>
              </a:ext>
            </a:extLst>
          </p:cNvPr>
          <p:cNvSpPr txBox="1">
            <a:spLocks/>
          </p:cNvSpPr>
          <p:nvPr/>
        </p:nvSpPr>
        <p:spPr>
          <a:xfrm>
            <a:off x="628650" y="1070641"/>
            <a:ext cx="7886700" cy="28387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мониторинга и управления инцидентами информационной безопасности</a:t>
            </a:r>
            <a:r>
              <a:rPr lang="ru-RU" sz="6000" dirty="0">
                <a:effectLst/>
              </a:rPr>
              <a:t> </a:t>
            </a:r>
            <a:endParaRPr lang="ru-RU" sz="6000" dirty="0"/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B445934B-1834-C044-94F7-A43917EA8140}"/>
              </a:ext>
            </a:extLst>
          </p:cNvPr>
          <p:cNvSpPr txBox="1">
            <a:spLocks/>
          </p:cNvSpPr>
          <p:nvPr/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к.т.н. </a:t>
            </a:r>
            <a:r>
              <a:rPr lang="ru-RU" dirty="0" err="1"/>
              <a:t>Урасков</a:t>
            </a:r>
            <a:r>
              <a:rPr lang="ru-RU" dirty="0"/>
              <a:t> Юрий Леонидович</a:t>
            </a:r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4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A1650597-734D-874D-BB59-2D0F032B12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714" y="1704712"/>
            <a:ext cx="8346571" cy="211164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Анализ технологии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Threat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 Intelligence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E3A38E90-03B7-DE47-9122-D1B9DB6962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67895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Лекция 6</a:t>
            </a:r>
          </a:p>
        </p:txBody>
      </p:sp>
    </p:spTree>
    <p:extLst>
      <p:ext uri="{BB962C8B-B14F-4D97-AF65-F5344CB8AC3E}">
        <p14:creationId xmlns:p14="http://schemas.microsoft.com/office/powerpoint/2010/main" val="352437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3263052" y="1033015"/>
            <a:ext cx="3928511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>
              <a:lnSpc>
                <a:spcPct val="150000"/>
              </a:lnSpc>
            </a:pPr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</a:t>
            </a:r>
            <a:r>
              <a:rPr lang="ru-RU" sz="1800" b="1" dirty="0" err="1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</a:t>
            </a: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Intelligence</a:t>
            </a:r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CEAB7-6EB4-059C-06ED-2AFC2A467B91}"/>
              </a:ext>
            </a:extLst>
          </p:cNvPr>
          <p:cNvSpPr txBox="1"/>
          <p:nvPr/>
        </p:nvSpPr>
        <p:spPr>
          <a:xfrm>
            <a:off x="541866" y="1609459"/>
            <a:ext cx="8060267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b="1" dirty="0" err="1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Киберразведка</a:t>
            </a: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1800" b="1" dirty="0" err="1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</a:t>
            </a: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Intelligence) </a:t>
            </a:r>
            <a:r>
              <a:rPr lang="ru-RU" sz="1800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это один из наиболее сложных и в то же время важных элементов ИБ в компании. Она помогает выстроить надёжную систему защиты с опорой на информацию о хакерских группировках, атаки которых направлены против компаний в конкретном регионе или определённой сфере деятельности. 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E03CE-9F8D-238F-D962-4C9F6070479E}"/>
              </a:ext>
            </a:extLst>
          </p:cNvPr>
          <p:cNvSpPr txBox="1"/>
          <p:nvPr/>
        </p:nvSpPr>
        <p:spPr>
          <a:xfrm>
            <a:off x="592667" y="3966423"/>
            <a:ext cx="81336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 </a:t>
            </a:r>
            <a:r>
              <a:rPr lang="ru-RU" sz="1800" dirty="0" err="1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</a:t>
            </a:r>
            <a:r>
              <a:rPr lang="ru-RU" sz="1800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Intelligence понимается совокупность </a:t>
            </a: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трёх</a:t>
            </a:r>
            <a:r>
              <a:rPr lang="ru-RU" sz="1800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отдельных элементов: процесс </a:t>
            </a: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получения знаний </a:t>
            </a:r>
            <a:r>
              <a:rPr lang="ru-RU" sz="1800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 угрозах из различных источников, </a:t>
            </a: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накопление и активное применение </a:t>
            </a:r>
            <a:r>
              <a:rPr lang="ru-RU" sz="1800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собранной информации, а также наличие </a:t>
            </a: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платформы</a:t>
            </a:r>
            <a:r>
              <a:rPr lang="ru-RU" sz="1800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которая позволяет агрегировать накопленные знания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486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22468-7AD6-E718-5209-B1736744A3AC}"/>
              </a:ext>
            </a:extLst>
          </p:cNvPr>
          <p:cNvSpPr txBox="1"/>
          <p:nvPr/>
        </p:nvSpPr>
        <p:spPr>
          <a:xfrm>
            <a:off x="375691" y="920204"/>
            <a:ext cx="8491731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Классификация </a:t>
            </a:r>
            <a:r>
              <a:rPr lang="ru-RU" sz="1800" b="1" dirty="0" err="1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</a:t>
            </a: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Intelligence по влиянию на уровень принятия решений</a:t>
            </a:r>
            <a:endParaRPr lang="en-GB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67CAB9-D4B7-9D5A-B2DC-429976CA6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92" y="2309458"/>
            <a:ext cx="8249016" cy="247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7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1992004" y="1049382"/>
            <a:ext cx="5631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/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Архитектура системы </a:t>
            </a:r>
            <a:r>
              <a:rPr lang="ru-RU" sz="1800" b="1" dirty="0" err="1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киберразведки</a:t>
            </a: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 ENISA</a:t>
            </a:r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981196-0FBF-3933-D0B3-F7C33AA9A4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505" y="1430897"/>
            <a:ext cx="6682694" cy="496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0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560D-7027-7E35-1D25-5FE630EC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DA99BAFE-6090-468E-6F39-8FA3F35ED1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1050B6-1E61-66EA-9C01-3312D5DAACEC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A0D700F-F124-5D0A-FEAC-9F2AF7B79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692575-7A76-DAEF-AAA5-675A500CB21E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3EF921C5-AB6F-1655-8FEB-D1C7AA02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68D56A5-66CD-C8F0-78BD-71400D0AF736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916AF4D-D0D3-FD21-B1E5-7B8E905561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06D2714F-BB76-4000-ADDE-28C8004E3BD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C52358-A969-0E6E-57FD-BF3A64A97764}"/>
              </a:ext>
            </a:extLst>
          </p:cNvPr>
          <p:cNvSpPr txBox="1"/>
          <p:nvPr/>
        </p:nvSpPr>
        <p:spPr>
          <a:xfrm>
            <a:off x="852311" y="1104884"/>
            <a:ext cx="797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Десять самых распространённых индикаторов компрометации</a:t>
            </a:r>
            <a:endParaRPr lang="en-GB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D5B3E1-5FD7-35BE-4D1E-5067344E27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527" y="1714592"/>
            <a:ext cx="4972050" cy="417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4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6B41-B913-69DD-5529-A34FFAE0D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2C79253B-1699-6B7D-E879-DC5F8DD9323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B222BE-30F9-D7A3-AE8B-25F66DE9D408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58DD91F-D4B4-78E2-0DCF-4F7FFD598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EE7456E-D2B2-F6BE-71D1-548B9AA2392D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EF43CBCF-5AAC-B911-2CE5-02BC88DF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438EA9E-FAAB-3DF1-3766-A9EBF5E6E31D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B492C5A-7D0E-BD95-F1AC-33700C07B2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6D309337-F0E6-84F0-94E4-056FA00B745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64C0A-1DCE-43B0-5359-A768EE542FD5}"/>
              </a:ext>
            </a:extLst>
          </p:cNvPr>
          <p:cNvSpPr txBox="1"/>
          <p:nvPr/>
        </p:nvSpPr>
        <p:spPr>
          <a:xfrm>
            <a:off x="2709334" y="968764"/>
            <a:ext cx="559928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tabLst>
                <a:tab pos="450215" algn="l"/>
              </a:tabLst>
            </a:pP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Цикл </a:t>
            </a:r>
            <a:r>
              <a:rPr lang="ru-RU" sz="1800" b="1" dirty="0" err="1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</a:t>
            </a:r>
            <a:r>
              <a:rPr lang="ru-RU" sz="1800" b="1" dirty="0">
                <a:solidFill>
                  <a:srgbClr val="2326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Intelligence</a:t>
            </a:r>
            <a:endParaRPr lang="en-GB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B8C7A8E-8967-A6F1-FC0A-D650E93404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49" y="1546809"/>
            <a:ext cx="4840817" cy="463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506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619</TotalTime>
  <Words>180</Words>
  <Application>Microsoft Office PowerPoint</Application>
  <PresentationFormat>Экран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PT Sans</vt:lpstr>
      <vt:lpstr>Times New Roman</vt:lpstr>
      <vt:lpstr>Тема Office</vt:lpstr>
      <vt:lpstr>Презентация PowerPoint</vt:lpstr>
      <vt:lpstr>Анализ технологии Threat Intelligence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1</cp:lastModifiedBy>
  <cp:revision>24</cp:revision>
  <dcterms:created xsi:type="dcterms:W3CDTF">2020-09-01T07:45:21Z</dcterms:created>
  <dcterms:modified xsi:type="dcterms:W3CDTF">2025-03-19T19:46:10Z</dcterms:modified>
</cp:coreProperties>
</file>