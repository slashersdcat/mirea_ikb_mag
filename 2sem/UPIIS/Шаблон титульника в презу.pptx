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9" r:id="rId1"/>
    <p:sldMasterId id="2147484673" r:id="rId2"/>
  </p:sldMasterIdLst>
  <p:notesMasterIdLst>
    <p:notesMasterId r:id="rId4"/>
  </p:notesMasterIdLst>
  <p:sldIdLst>
    <p:sldId id="290" r:id="rId3"/>
  </p:sldIdLst>
  <p:sldSz cx="9144000" cy="6858000" type="screen4x3"/>
  <p:notesSz cx="6797675" cy="9928225"/>
  <p:defaultTextStyle>
    <a:defPPr>
      <a:defRPr lang="ru-RU"/>
    </a:defPPr>
    <a:lvl1pPr algn="l" rtl="0" fontAlgn="base">
      <a:spcBef>
        <a:spcPct val="0"/>
      </a:spcBef>
      <a:spcAft>
        <a:spcPct val="0"/>
      </a:spcAft>
      <a:defRPr sz="2000" b="1" kern="1200">
        <a:solidFill>
          <a:schemeClr val="tx1"/>
        </a:solidFill>
        <a:latin typeface="Impact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000" b="1" kern="1200">
        <a:solidFill>
          <a:schemeClr val="tx1"/>
        </a:solidFill>
        <a:latin typeface="Impact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000" b="1" kern="1200">
        <a:solidFill>
          <a:schemeClr val="tx1"/>
        </a:solidFill>
        <a:latin typeface="Impact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000" b="1" kern="1200">
        <a:solidFill>
          <a:schemeClr val="tx1"/>
        </a:solidFill>
        <a:latin typeface="Impact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000" b="1" kern="1200">
        <a:solidFill>
          <a:schemeClr val="tx1"/>
        </a:solidFill>
        <a:latin typeface="Impact" pitchFamily="34" charset="0"/>
        <a:ea typeface="+mn-ea"/>
        <a:cs typeface="+mn-cs"/>
      </a:defRPr>
    </a:lvl5pPr>
    <a:lvl6pPr marL="2286000" algn="l" defTabSz="914400" rtl="0" eaLnBrk="1" latinLnBrk="0" hangingPunct="1">
      <a:defRPr sz="2000" b="1" kern="1200">
        <a:solidFill>
          <a:schemeClr val="tx1"/>
        </a:solidFill>
        <a:latin typeface="Impact" pitchFamily="34" charset="0"/>
        <a:ea typeface="+mn-ea"/>
        <a:cs typeface="+mn-cs"/>
      </a:defRPr>
    </a:lvl6pPr>
    <a:lvl7pPr marL="2743200" algn="l" defTabSz="914400" rtl="0" eaLnBrk="1" latinLnBrk="0" hangingPunct="1">
      <a:defRPr sz="2000" b="1" kern="1200">
        <a:solidFill>
          <a:schemeClr val="tx1"/>
        </a:solidFill>
        <a:latin typeface="Impact" pitchFamily="34" charset="0"/>
        <a:ea typeface="+mn-ea"/>
        <a:cs typeface="+mn-cs"/>
      </a:defRPr>
    </a:lvl7pPr>
    <a:lvl8pPr marL="3200400" algn="l" defTabSz="914400" rtl="0" eaLnBrk="1" latinLnBrk="0" hangingPunct="1">
      <a:defRPr sz="2000" b="1" kern="1200">
        <a:solidFill>
          <a:schemeClr val="tx1"/>
        </a:solidFill>
        <a:latin typeface="Impact" pitchFamily="34" charset="0"/>
        <a:ea typeface="+mn-ea"/>
        <a:cs typeface="+mn-cs"/>
      </a:defRPr>
    </a:lvl8pPr>
    <a:lvl9pPr marL="3657600" algn="l" defTabSz="914400" rtl="0" eaLnBrk="1" latinLnBrk="0" hangingPunct="1">
      <a:defRPr sz="2000" b="1" kern="1200">
        <a:solidFill>
          <a:schemeClr val="tx1"/>
        </a:solidFill>
        <a:latin typeface="Impact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37" userDrawn="1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27">
          <p15:clr>
            <a:srgbClr val="A4A3A4"/>
          </p15:clr>
        </p15:guide>
        <p15:guide id="2" pos="2141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Ирина Красноперова" initials="ИК" lastIdx="1" clrIdx="0">
    <p:extLst>
      <p:ext uri="{19B8F6BF-5375-455C-9EA6-DF929625EA0E}">
        <p15:presenceInfo xmlns:p15="http://schemas.microsoft.com/office/powerpoint/2012/main" userId="1e389190c458cc4f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99"/>
    <a:srgbClr val="000066"/>
    <a:srgbClr val="97CBFF"/>
    <a:srgbClr val="B3D9FF"/>
    <a:srgbClr val="990000"/>
    <a:srgbClr val="CBCFDB"/>
    <a:srgbClr val="FFE4C9"/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Нет стиля, нет сетки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Нет стиля, сетка таблиц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8877" autoAdjust="0"/>
    <p:restoredTop sz="85068" autoAdjust="0"/>
  </p:normalViewPr>
  <p:slideViewPr>
    <p:cSldViewPr snapToGrid="0">
      <p:cViewPr varScale="1">
        <p:scale>
          <a:sx n="71" d="100"/>
          <a:sy n="71" d="100"/>
        </p:scale>
        <p:origin x="2098" y="43"/>
      </p:cViewPr>
      <p:guideLst>
        <p:guide orient="horz" pos="2137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96"/>
    </p:cViewPr>
  </p:sorterViewPr>
  <p:notesViewPr>
    <p:cSldViewPr snapToGrid="0">
      <p:cViewPr varScale="1">
        <p:scale>
          <a:sx n="64" d="100"/>
          <a:sy n="64" d="100"/>
        </p:scale>
        <p:origin x="-3444" y="-114"/>
      </p:cViewPr>
      <p:guideLst>
        <p:guide orient="horz" pos="3127"/>
        <p:guide pos="2141"/>
      </p:guideLst>
    </p:cSldViewPr>
  </p:notesViewPr>
  <p:gridSpacing cx="36004" cy="36004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1.xml"/><Relationship Id="rId7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commentAuthors" Target="commentAuthors.xml"/><Relationship Id="rId4" Type="http://schemas.openxmlformats.org/officeDocument/2006/relationships/notesMaster" Target="notesMasters/notesMaster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1"/>
            <a:ext cx="2945659" cy="49751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27" tIns="45714" rIns="91427" bIns="45714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 b="0">
                <a:latin typeface="Arial" charset="0"/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717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50443" y="1"/>
            <a:ext cx="2945659" cy="49751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27" tIns="45714" rIns="91427" bIns="45714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 b="0">
                <a:latin typeface="Arial" charset="0"/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25604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17575" y="744538"/>
            <a:ext cx="4962525" cy="3722687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17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79768" y="4716144"/>
            <a:ext cx="5438140" cy="446817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27" tIns="45714" rIns="91427" bIns="45714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ru-RU" noProof="0"/>
              <a:t>Образец текста</a:t>
            </a:r>
          </a:p>
          <a:p>
            <a:pPr lvl="1"/>
            <a:r>
              <a:rPr lang="ru-RU" noProof="0"/>
              <a:t>Второй уровень</a:t>
            </a:r>
          </a:p>
          <a:p>
            <a:pPr lvl="2"/>
            <a:r>
              <a:rPr lang="ru-RU" noProof="0"/>
              <a:t>Третий уровень</a:t>
            </a:r>
          </a:p>
          <a:p>
            <a:pPr lvl="3"/>
            <a:r>
              <a:rPr lang="ru-RU" noProof="0"/>
              <a:t>Четвертый уровень</a:t>
            </a:r>
          </a:p>
          <a:p>
            <a:pPr lvl="4"/>
            <a:r>
              <a:rPr lang="ru-RU" noProof="0"/>
              <a:t>Пятый уровень</a:t>
            </a:r>
          </a:p>
        </p:txBody>
      </p:sp>
      <p:sp>
        <p:nvSpPr>
          <p:cNvPr id="717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429129"/>
            <a:ext cx="2945659" cy="49751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27" tIns="45714" rIns="91427" bIns="45714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 b="0">
                <a:latin typeface="Arial" charset="0"/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717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50443" y="9429129"/>
            <a:ext cx="2945659" cy="49751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27" tIns="45714" rIns="91427" bIns="45714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 b="0">
                <a:latin typeface="Arial" charset="0"/>
              </a:defRPr>
            </a:lvl1pPr>
          </a:lstStyle>
          <a:p>
            <a:pPr>
              <a:defRPr/>
            </a:pPr>
            <a:fld id="{055D563B-D296-4A85-9EE8-8990DC6445BE}" type="slidenum">
              <a:rPr lang="ru-RU" altLang="ru-RU"/>
              <a:pPr>
                <a:defRPr/>
              </a:pPr>
              <a:t>‹#›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3073428061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ru-RU"/>
              <a:t>Образец подзаголовка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Содержимое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ru-RU" noProof="0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  <a:prstGeom prst="rect">
            <a:avLst/>
          </a:prstGeo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ru-RU"/>
              <a:t>Образец подзаголовка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Содержимое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ru-RU" noProof="0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  <a:prstGeom prst="rect">
            <a:avLst/>
          </a:prstGeo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0">
          <a:blip r:embed="rId13" cstate="print">
            <a:lum/>
          </a:blip>
          <a:srcRect/>
          <a:stretch>
            <a:fillRect l="-2000" r="-2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034" name="Picture 3" descr="flag2"/>
          <p:cNvPicPr>
            <a:picLocks noChangeAspect="1" noChangeArrowheads="1"/>
          </p:cNvPicPr>
          <p:nvPr userDrawn="1"/>
        </p:nvPicPr>
        <p:blipFill>
          <a:blip r:embed="rId14"/>
          <a:srcRect/>
          <a:stretch>
            <a:fillRect/>
          </a:stretch>
        </p:blipFill>
        <p:spPr bwMode="auto">
          <a:xfrm>
            <a:off x="-36513" y="0"/>
            <a:ext cx="9180513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27" name="Rectangle 1024"/>
          <p:cNvSpPr>
            <a:spLocks noChangeArrowheads="1"/>
          </p:cNvSpPr>
          <p:nvPr userDrawn="1"/>
        </p:nvSpPr>
        <p:spPr bwMode="auto">
          <a:xfrm>
            <a:off x="0" y="1011238"/>
            <a:ext cx="9144000" cy="114300"/>
          </a:xfrm>
          <a:prstGeom prst="rect">
            <a:avLst/>
          </a:prstGeom>
          <a:gradFill rotWithShape="1">
            <a:gsLst>
              <a:gs pos="0">
                <a:srgbClr val="475E76"/>
              </a:gs>
              <a:gs pos="50000">
                <a:srgbClr val="99CCFF"/>
              </a:gs>
              <a:gs pos="100000">
                <a:srgbClr val="475E76"/>
              </a:gs>
            </a:gsLst>
            <a:lin ang="0" scaled="1"/>
          </a:gradFill>
          <a:ln>
            <a:noFill/>
          </a:ln>
        </p:spPr>
        <p:txBody>
          <a:bodyPr/>
          <a:lstStyle>
            <a:lvl1pPr eaLnBrk="0" hangingPunct="0">
              <a:defRPr sz="2000" b="1">
                <a:solidFill>
                  <a:schemeClr val="tx1"/>
                </a:solidFill>
                <a:latin typeface="Impact" panose="020B0806030902050204" pitchFamily="34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Impact" panose="020B0806030902050204" pitchFamily="34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Impact" panose="020B0806030902050204" pitchFamily="34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Impact" panose="020B0806030902050204" pitchFamily="34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Impact" panose="020B080603090205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Impact" panose="020B080603090205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Impact" panose="020B080603090205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Impact" panose="020B080603090205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Impact" panose="020B0806030902050204" pitchFamily="34" charset="0"/>
              </a:defRPr>
            </a:lvl9pPr>
          </a:lstStyle>
          <a:p>
            <a:pPr eaLnBrk="1" hangingPunct="1">
              <a:defRPr/>
            </a:pPr>
            <a:endParaRPr kumimoji="1" lang="ru-RU" sz="2400" b="0">
              <a:latin typeface="Arial" panose="020B0604020202020204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696" r:id="rId1"/>
    <p:sldLayoutId id="2147484697" r:id="rId2"/>
    <p:sldLayoutId id="2147484698" r:id="rId3"/>
    <p:sldLayoutId id="2147484699" r:id="rId4"/>
    <p:sldLayoutId id="2147484700" r:id="rId5"/>
    <p:sldLayoutId id="2147484701" r:id="rId6"/>
    <p:sldLayoutId id="2147484702" r:id="rId7"/>
    <p:sldLayoutId id="2147484703" r:id="rId8"/>
    <p:sldLayoutId id="2147484704" r:id="rId9"/>
    <p:sldLayoutId id="2147484705" r:id="rId10"/>
    <p:sldLayoutId id="2147484706" r:id="rId11"/>
  </p:sldLayoutIdLs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0">
          <a:blip r:embed="rId13" cstate="print">
            <a:lum/>
          </a:blip>
          <a:srcRect/>
          <a:stretch>
            <a:fillRect l="-2000" r="-2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14" name="Picture 3" descr="flag2"/>
          <p:cNvPicPr>
            <a:picLocks noChangeAspect="1" noChangeArrowheads="1"/>
          </p:cNvPicPr>
          <p:nvPr userDrawn="1"/>
        </p:nvPicPr>
        <p:blipFill>
          <a:blip r:embed="rId14"/>
          <a:srcRect/>
          <a:stretch>
            <a:fillRect/>
          </a:stretch>
        </p:blipFill>
        <p:spPr bwMode="auto">
          <a:xfrm>
            <a:off x="-36513" y="0"/>
            <a:ext cx="9180513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27" name="Rectangle 1024"/>
          <p:cNvSpPr>
            <a:spLocks noChangeArrowheads="1"/>
          </p:cNvSpPr>
          <p:nvPr userDrawn="1"/>
        </p:nvSpPr>
        <p:spPr bwMode="auto">
          <a:xfrm>
            <a:off x="0" y="1011238"/>
            <a:ext cx="9144000" cy="114300"/>
          </a:xfrm>
          <a:prstGeom prst="rect">
            <a:avLst/>
          </a:prstGeom>
          <a:gradFill rotWithShape="1">
            <a:gsLst>
              <a:gs pos="0">
                <a:srgbClr val="475E76"/>
              </a:gs>
              <a:gs pos="50000">
                <a:srgbClr val="99CCFF"/>
              </a:gs>
              <a:gs pos="100000">
                <a:srgbClr val="475E76"/>
              </a:gs>
            </a:gsLst>
            <a:lin ang="0" scaled="1"/>
          </a:gradFill>
          <a:ln>
            <a:noFill/>
          </a:ln>
        </p:spPr>
        <p:txBody>
          <a:bodyPr/>
          <a:lstStyle>
            <a:lvl1pPr eaLnBrk="0" hangingPunct="0">
              <a:defRPr sz="2000" b="1">
                <a:solidFill>
                  <a:schemeClr val="tx1"/>
                </a:solidFill>
                <a:latin typeface="Impact" panose="020B0806030902050204" pitchFamily="34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Impact" panose="020B0806030902050204" pitchFamily="34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Impact" panose="020B0806030902050204" pitchFamily="34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Impact" panose="020B0806030902050204" pitchFamily="34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Impact" panose="020B080603090205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Impact" panose="020B080603090205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Impact" panose="020B080603090205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Impact" panose="020B080603090205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Impact" panose="020B0806030902050204" pitchFamily="34" charset="0"/>
              </a:defRPr>
            </a:lvl9pPr>
          </a:lstStyle>
          <a:p>
            <a:pPr eaLnBrk="1" hangingPunct="1">
              <a:defRPr/>
            </a:pPr>
            <a:endParaRPr kumimoji="1" lang="ru-RU" sz="2400" b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707" r:id="rId1"/>
    <p:sldLayoutId id="2147484708" r:id="rId2"/>
    <p:sldLayoutId id="2147484709" r:id="rId3"/>
    <p:sldLayoutId id="2147484710" r:id="rId4"/>
    <p:sldLayoutId id="2147484711" r:id="rId5"/>
    <p:sldLayoutId id="2147484712" r:id="rId6"/>
    <p:sldLayoutId id="2147484713" r:id="rId7"/>
    <p:sldLayoutId id="2147484714" r:id="rId8"/>
    <p:sldLayoutId id="2147484715" r:id="rId9"/>
    <p:sldLayoutId id="2147484716" r:id="rId10"/>
    <p:sldLayoutId id="2147484717" r:id="rId11"/>
  </p:sldLayoutIdLs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tif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/>
        </p:nvSpPr>
        <p:spPr>
          <a:xfrm>
            <a:off x="0" y="3268389"/>
            <a:ext cx="9143999" cy="169277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alt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Тема</a:t>
            </a:r>
            <a:br>
              <a:rPr lang="ru-RU" alt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altLang="ru-RU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	</a:t>
            </a:r>
            <a:r>
              <a:rPr lang="ru-RU" altLang="ru-RU" sz="6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ru-RU" altLang="ru-RU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</a:p>
          <a:p>
            <a:pPr algn="r"/>
            <a:r>
              <a:rPr lang="ru-RU" alt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Студент: Мухаметшин А.Р.</a:t>
            </a:r>
            <a:endParaRPr lang="ru-RU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3" name="Таблица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85481797"/>
              </p:ext>
            </p:extLst>
          </p:nvPr>
        </p:nvGraphicFramePr>
        <p:xfrm>
          <a:off x="0" y="987197"/>
          <a:ext cx="9144000" cy="174453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9144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51790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ru-RU" sz="1200" cap="all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МИНОБРНАУКИ РОССИИ</a:t>
                      </a:r>
                      <a:endParaRPr lang="ru-RU" sz="1000" dirty="0">
                        <a:effectLst/>
                        <a:latin typeface="Times New Roman" panose="02020603050405020304" pitchFamily="18" charset="0"/>
                        <a:ea typeface="Times New Roman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ru-RU" sz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Федеральное государственное бюджетное образовательное учреждение </a:t>
                      </a:r>
                      <a:endParaRPr lang="ru-RU" sz="10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ru-RU" sz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высшего образования</a:t>
                      </a:r>
                      <a:endParaRPr lang="ru-RU" sz="10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ru-RU" sz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«МИРЭА – Российский технологический университет»</a:t>
                      </a:r>
                      <a:endParaRPr lang="ru-RU" sz="10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РТУ МИРЭА</a:t>
                      </a:r>
                    </a:p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ru-RU" sz="105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400" dirty="0">
                          <a:effectLst/>
                          <a:latin typeface="Times New Roman" panose="02020603050405020304" pitchFamily="18" charset="0"/>
                          <a:ea typeface="Times New Roman"/>
                          <a:cs typeface="Times New Roman" panose="02020603050405020304" pitchFamily="18" charset="0"/>
                        </a:rPr>
                        <a:t>Институт кибербезопасности и цифровых технологий</a:t>
                      </a:r>
                    </a:p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400" baseline="0" dirty="0">
                          <a:effectLst/>
                          <a:latin typeface="Times New Roman" panose="02020603050405020304" pitchFamily="18" charset="0"/>
                          <a:ea typeface="Times New Roman"/>
                          <a:cs typeface="Times New Roman" panose="02020603050405020304" pitchFamily="18" charset="0"/>
                        </a:rPr>
                        <a:t>Кафедра КБ-4 «Интеллектуальные системы информационной безопасности»</a:t>
                      </a:r>
                      <a:endParaRPr lang="ru-RU" sz="900" dirty="0">
                        <a:effectLst/>
                        <a:latin typeface="Times New Roman" panose="02020603050405020304" pitchFamily="18" charset="0"/>
                        <a:ea typeface="Times New Roman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2" name="TextBox 1"/>
          <p:cNvSpPr txBox="1"/>
          <p:nvPr/>
        </p:nvSpPr>
        <p:spPr>
          <a:xfrm>
            <a:off x="0" y="6457890"/>
            <a:ext cx="91440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Москва, 2026 г.</a:t>
            </a:r>
          </a:p>
        </p:txBody>
      </p:sp>
      <p:pic>
        <p:nvPicPr>
          <p:cNvPr id="8" name="Рисунок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9169" y="2114550"/>
            <a:ext cx="7185660" cy="91840"/>
          </a:xfrm>
          <a:prstGeom prst="rect">
            <a:avLst/>
          </a:prstGeom>
        </p:spPr>
      </p:pic>
      <p:pic>
        <p:nvPicPr>
          <p:cNvPr id="9" name="Рисунок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30026"/>
            <a:ext cx="9144000" cy="174823"/>
          </a:xfrm>
          <a:prstGeom prst="rect">
            <a:avLst/>
          </a:prstGeom>
        </p:spPr>
      </p:pic>
      <p:pic>
        <p:nvPicPr>
          <p:cNvPr id="6" name="Рисунок 5"/>
          <p:cNvPicPr/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26865" y="21393"/>
            <a:ext cx="890270" cy="1009015"/>
          </a:xfrm>
          <a:prstGeom prst="rect">
            <a:avLst/>
          </a:prstGeom>
        </p:spPr>
      </p:pic>
      <p:pic>
        <p:nvPicPr>
          <p:cNvPr id="11" name="Рисунок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26865" y="2888766"/>
            <a:ext cx="890270" cy="98889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1_Default Design">
  <a:themeElements>
    <a:clrScheme name="1_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1_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ru-RU" sz="20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Impact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ru-RU" sz="20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Impact" pitchFamily="34" charset="0"/>
          </a:defRPr>
        </a:defPPr>
      </a:lstStyle>
    </a:lnDef>
  </a:objectDefaults>
  <a:extraClrSchemeLst>
    <a:extraClrScheme>
      <a:clrScheme name="1_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2_Default Design">
  <a:themeElements>
    <a:clrScheme name="1_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1_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ru-RU" sz="20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Impact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ru-RU" sz="20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Impact" pitchFamily="34" charset="0"/>
          </a:defRPr>
        </a:defPPr>
      </a:lstStyle>
    </a:lnDef>
  </a:objectDefaults>
  <a:extraClrSchemeLst>
    <a:extraClrScheme>
      <a:clrScheme name="1_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Тема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6726</TotalTime>
  <Words>51</Words>
  <Application>Microsoft Office PowerPoint</Application>
  <PresentationFormat>Экран (4:3)</PresentationFormat>
  <Paragraphs>11</Paragraphs>
  <Slides>1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2</vt:i4>
      </vt:variant>
      <vt:variant>
        <vt:lpstr>Заголовки слайдов</vt:lpstr>
      </vt:variant>
      <vt:variant>
        <vt:i4>1</vt:i4>
      </vt:variant>
    </vt:vector>
  </HeadingPairs>
  <TitlesOfParts>
    <vt:vector size="6" baseType="lpstr">
      <vt:lpstr>Arial</vt:lpstr>
      <vt:lpstr>Impact</vt:lpstr>
      <vt:lpstr>Times New Roman</vt:lpstr>
      <vt:lpstr>1_Default Design</vt:lpstr>
      <vt:lpstr>2_Default Design</vt:lpstr>
      <vt:lpstr>Презентация PowerPoint</vt:lpstr>
    </vt:vector>
  </TitlesOfParts>
  <Manager>Станислав А. Кудж</Manager>
  <Company>РСА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Предложения к Концепции</dc:title>
  <dc:creator>Станислав А. Кудж</dc:creator>
  <cp:lastModifiedBy>Alexandr Slasher</cp:lastModifiedBy>
  <cp:revision>604</cp:revision>
  <cp:lastPrinted>2017-04-28T08:27:55Z</cp:lastPrinted>
  <dcterms:created xsi:type="dcterms:W3CDTF">2004-03-24T15:36:34Z</dcterms:created>
  <dcterms:modified xsi:type="dcterms:W3CDTF">2026-05-26T10:48:15Z</dcterms:modified>
</cp:coreProperties>
</file>